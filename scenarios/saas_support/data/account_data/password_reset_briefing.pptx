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账号安全与密码重置简报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员工忘记密码时，应通过绑定邮箱或短信验证码自助重置。</a:t>
            </a:r>
          </a:p>
          <a:p>
            <a:r>
              <a:t>客服不能代替用户设置新密码，只能引导完成身份验证。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账号安全与密码重置简报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允许动作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禁止动作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忘记密码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发送重置链接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索要用户密码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管理员离职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转移管理员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保留旧账号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