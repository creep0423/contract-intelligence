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责任认定复核简报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责任认定必须同时核对保单责任、事故原因、等待期和除外责任。</a:t>
            </a:r>
          </a:p>
          <a:p>
            <a:r>
              <a:t>客服不得在核责完成前承诺赔付比例或到账时间。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责任认定复核简报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复核项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判断依据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输出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等待期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保单生效日期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是否进入保障期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事故原因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病历和事故证明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是否属于保险责任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Contract Intelligence</dc:creator>
  <cp:keywords/>
  <dc:description>generated using python-pptx</dc:description>
  <cp:lastModifiedBy>Contract Intelligence</cp:lastModifiedBy>
  <cp:revision>1</cp:revision>
  <dcterms:created xsi:type="dcterms:W3CDTF">2013-01-27T09:14:16Z</dcterms:created>
  <dcterms:modified xsi:type="dcterms:W3CDTF">2013-01-27T09:15:58Z</dcterms:modified>
  <cp:category/>
</cp:coreProperties>
</file>