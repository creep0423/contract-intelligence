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制裁筛查简报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交易前需要筛查客户、最终收货人、最终用途和运输路线。</a:t>
            </a:r>
          </a:p>
          <a:p>
            <a:r>
              <a:t>命中高风险国家、军民两用用途或名单近似匹配时，不得直接放行。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制裁筛查简报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检查对象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命中情况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处理动作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最终收货人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近似命中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合规复核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运输路线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经停高风险地区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补充承运说明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